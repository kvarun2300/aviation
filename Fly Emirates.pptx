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3" r:id="rId3"/>
    <p:sldId id="259" r:id="rId4"/>
    <p:sldId id="261" r:id="rId5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CF558-8635-9EDD-136E-05C83CC659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86C8B5-1267-86B4-0259-0986DEA376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045EB5-6A01-632A-1F4F-10C7098D5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78BE9-3859-4763-9DD7-A6BCC67D3237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7BDA0-4F69-5C35-FCBA-6C8D16DA7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842124-1C47-4378-7F84-747363794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FFCCC-4FD9-4AE6-84C1-47FF5472ED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1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3F06-9DCE-C789-B00E-7379562CF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558E5-7E8F-B460-0673-4559A09522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5769C9-AB46-EBA5-5B15-A0C22C3F7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78BE9-3859-4763-9DD7-A6BCC67D3237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1D7DE5-9917-593E-AF18-0B6F73C9C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A0B718-769B-7024-7CC4-AC3480846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FFCCC-4FD9-4AE6-84C1-47FF5472ED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7314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3B7F1-6D4B-6E65-B459-0EA155CCC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58BA25-4D77-1460-B167-AE316F8097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9DA164-9192-8EEE-D3C7-E4ECD289A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78BE9-3859-4763-9DD7-A6BCC67D3237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DDC289-F653-C856-CCEF-A00AFC23F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84C12-B9D7-62C3-68C0-7FF179401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FFCCC-4FD9-4AE6-84C1-47FF5472ED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984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DFE00-2F85-DBF8-5A34-5B24F5092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714D87-B979-8868-6763-CBFC4CEB35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5B011D-BD05-F6B3-6425-C6CDA6D914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23FEBF-05ED-3D5A-D30B-FE1756E35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78BE9-3859-4763-9DD7-A6BCC67D3237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E0E1F1-C769-9311-D714-AE3261030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5C15A3-062B-8A21-DD13-58B464DE3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FFCCC-4FD9-4AE6-84C1-47FF5472ED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1658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691DD-0AFD-803D-B541-6E2A69D76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3938CF-62A7-28BF-68F5-265AFB063B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4F11B1-A135-FB10-7D73-CF2DB2E5D2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A0604E-AE4E-A4F7-2E9A-EA7DECD4E6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277247-E547-04BD-72FF-5C04D172EF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C99E6E-2473-1484-2F65-58BB2D488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78BE9-3859-4763-9DD7-A6BCC67D3237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186A5F-3ADD-6055-160F-F01BED536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040FB6-9829-B76A-7A7D-206D91131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FFCCC-4FD9-4AE6-84C1-47FF5472ED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3442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8ECEA-529C-61E1-BA12-EA5FBBA63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C83FB1-A9E9-5E4A-14DF-4E346036D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78BE9-3859-4763-9DD7-A6BCC67D3237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1671CA-2C0F-7393-978E-86C0241E8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F63AF5-FC65-A9D5-FC7D-0FCCFE7B7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FFCCC-4FD9-4AE6-84C1-47FF5472ED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1018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13BB83-8938-4E34-DB22-A9BC63E75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78BE9-3859-4763-9DD7-A6BCC67D3237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9430BA-DAF4-C786-E5B1-B8FDCDD0A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7904B7-B340-36E8-87B8-83DDE26AF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FFCCC-4FD9-4AE6-84C1-47FF5472ED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4254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A548B-7727-9E27-F20A-884AFD1DC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A4D444-A5C5-994A-E064-73E98C48F3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360C95-44DB-7AE2-41AF-E3EFB5665A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A8B248-7967-BC97-70DB-3A1F58918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78BE9-3859-4763-9DD7-A6BCC67D3237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00AF56-4D1A-3BAD-86F9-5070CD96B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C33E48-B28F-7CA5-F33A-67450BFCB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FFCCC-4FD9-4AE6-84C1-47FF5472ED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3154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64F3E-EBAC-BBE1-850B-2FCFA9F1D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F1391C-EBB8-ECD6-B4B8-8A2488FACB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1CA8B2-6AC0-8155-D5AD-A92A078C38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CE563B-28C8-DD63-76C7-3BF53CA46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78BE9-3859-4763-9DD7-A6BCC67D3237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AE8513-A899-58B1-C4A4-1CA28CDF7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AA7FA-29CD-4BF3-7B2A-4AD987600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FFCCC-4FD9-4AE6-84C1-47FF5472ED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6823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80310-22E7-0E60-80B0-DA5E64077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6DBEF7-906F-9E5A-B71C-BC0D98EBE3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80B66E-552D-9A05-75D0-4A8D08C55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78BE9-3859-4763-9DD7-A6BCC67D3237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5E506C-2392-AF06-77D7-E91A43765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E5D7B6-F760-67B2-87D9-31DAA820B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FFCCC-4FD9-4AE6-84C1-47FF5472ED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552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EE0EBA-6F23-97B4-3464-1161D0AFA9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C022EC-0395-7339-E8EB-DEFD588247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C5B45F-3D5E-5E41-7B02-05547AE86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78BE9-3859-4763-9DD7-A6BCC67D3237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58D7D7-6204-1533-A562-DA8EFEC58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126682-154F-FA02-C62A-0DAF7F659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FFCCC-4FD9-4AE6-84C1-47FF5472ED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0478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38EBD7-ECFB-0551-2F2F-8A56B29CE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7A33EE-EF2D-B0DC-D5C7-8370966252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7D2BC-9CCB-3ADA-25F8-4BEB313BD4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878BE9-3859-4763-9DD7-A6BCC67D3237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B060B-FC72-B7E8-FE77-A125DBB066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AD5E02-0269-46E7-AE01-E7044B8165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EFFCCC-4FD9-4AE6-84C1-47FF5472ED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5906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6538C-603F-1391-6C84-3F6755C47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027006"/>
          </a:xfrm>
        </p:spPr>
        <p:txBody>
          <a:bodyPr>
            <a:normAutofit/>
          </a:bodyPr>
          <a:lstStyle/>
          <a:p>
            <a:pPr algn="ctr"/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U.S. Airline Performance &amp; Delay Analysis</a:t>
            </a:r>
          </a:p>
        </p:txBody>
      </p:sp>
    </p:spTree>
    <p:extLst>
      <p:ext uri="{BB962C8B-B14F-4D97-AF65-F5344CB8AC3E}">
        <p14:creationId xmlns:p14="http://schemas.microsoft.com/office/powerpoint/2010/main" val="3848340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E9DEB-8BD4-2670-BE2C-CDC3CBC87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AD3A7-9FCD-2EA3-7816-87341DAF9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86982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85BE2C-F6B4-BF3D-7DA3-B462849DFF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4338"/>
            <a:ext cx="10515600" cy="4932625"/>
          </a:xfrm>
        </p:spPr>
        <p:txBody>
          <a:bodyPr/>
          <a:lstStyle/>
          <a:p>
            <a:r>
              <a:rPr lang="en-US" b="1" dirty="0"/>
              <a:t>Title:</a:t>
            </a:r>
            <a:r>
              <a:rPr lang="en-US" dirty="0"/>
              <a:t> U.S. Airline Performance &amp; Delay Analysis</a:t>
            </a:r>
          </a:p>
          <a:p>
            <a:r>
              <a:rPr lang="en-US" b="1" dirty="0"/>
              <a:t>Objective:</a:t>
            </a:r>
            <a:r>
              <a:rPr lang="en-US" dirty="0"/>
              <a:t> Analyze historical U.S. flight data to identify delay patterns and cancellations, and provide actionable insights.</a:t>
            </a:r>
          </a:p>
          <a:p>
            <a:r>
              <a:rPr lang="en-US" b="1" dirty="0"/>
              <a:t>Scope:</a:t>
            </a:r>
            <a:r>
              <a:rPr lang="en-US" dirty="0"/>
              <a:t> 5M flights, 322 airports, 14 airlines.</a:t>
            </a:r>
          </a:p>
          <a:p>
            <a:r>
              <a:rPr lang="en-US" b="1" dirty="0"/>
              <a:t>Goal:</a:t>
            </a:r>
            <a:r>
              <a:rPr lang="en-US" dirty="0"/>
              <a:t> Improve operational efficiency and inform airline/airport decision-making.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7724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2886C-49DD-41DC-55FD-F4A36FC16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C5159-4E54-6D95-C6E5-83FF0E2E8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86982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Data Preparation &amp;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DF506-510E-1496-83B7-0600553007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4338"/>
            <a:ext cx="10515600" cy="4932625"/>
          </a:xfrm>
        </p:spPr>
        <p:txBody>
          <a:bodyPr>
            <a:normAutofit/>
          </a:bodyPr>
          <a:lstStyle/>
          <a:p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Converted scheduled departure time into proper datetime format.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Created FLIGHT_DATE column for time-based analysis.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Handled missing values: delays replaced with 0, cancellations   kept as NULL.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Enriched dataset with descriptive cancellation reasons.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Integrated flights, airlines, and airports into a single analytical dataset.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7289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CE3BE-BFB9-7DED-CC6D-57B6ECBD7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04F74-8E05-AB94-7716-2020A36F6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86982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Key Insights &amp; KPIs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ED7D9-6566-2721-954A-926D6AECBC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4338"/>
            <a:ext cx="10515600" cy="493262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Total Flights: 5M | Delayed Flights: 1M | Cancelled: 87K</a:t>
            </a:r>
          </a:p>
          <a:p>
            <a:r>
              <a:rPr lang="en-US" dirty="0"/>
              <a:t>On-Time Performance (OTP): 63%</a:t>
            </a:r>
          </a:p>
          <a:p>
            <a:r>
              <a:rPr lang="en-US" dirty="0"/>
              <a:t>Average Arrival Delay: 4.89 min</a:t>
            </a:r>
          </a:p>
          <a:p>
            <a:r>
              <a:rPr lang="en-US" dirty="0"/>
              <a:t>Cancellation Rate: 2%</a:t>
            </a:r>
          </a:p>
          <a:p>
            <a:r>
              <a:rPr lang="en-US" dirty="0"/>
              <a:t>Evening flights experience highest delays.</a:t>
            </a:r>
          </a:p>
          <a:p>
            <a:r>
              <a:rPr lang="en-US" dirty="0"/>
              <a:t>Weather and airline operational issues are primary delay causes.</a:t>
            </a:r>
          </a:p>
          <a:p>
            <a:r>
              <a:rPr lang="en-US" dirty="0"/>
              <a:t>Performance varies across airlines and airports.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7335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6884C-48C7-E822-2F58-D2BA8FA6D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214BF-EE1B-11CE-7474-9E62A9F9D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86982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Dashboard &amp; Business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C010D-C408-573A-FAC2-002362E0B0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4338"/>
            <a:ext cx="10515600" cy="49326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Interactive dashboard in Power BI:</a:t>
            </a:r>
          </a:p>
          <a:p>
            <a:pPr marL="0" indent="0">
              <a:buNone/>
            </a:pPr>
            <a:r>
              <a:rPr lang="en-US" dirty="0"/>
              <a:t>KPI cards: Total Flights, OTP Rate, Avg Delay, Cancellation Rate.</a:t>
            </a:r>
          </a:p>
          <a:p>
            <a:pPr marL="0" indent="0">
              <a:buNone/>
            </a:pPr>
            <a:r>
              <a:rPr lang="en-US" dirty="0"/>
              <a:t>Airline and Airport Performance comparisons.</a:t>
            </a:r>
          </a:p>
          <a:p>
            <a:pPr marL="0" indent="0">
              <a:buNone/>
            </a:pPr>
            <a:r>
              <a:rPr lang="en-US" dirty="0"/>
              <a:t>Delay reasons and time-based trends (day/week/month).</a:t>
            </a:r>
          </a:p>
          <a:p>
            <a:pPr marL="0" indent="0">
              <a:buNone/>
            </a:pPr>
            <a:r>
              <a:rPr lang="en-US" dirty="0"/>
              <a:t>Filters: Airline, Airport, Date, Cancellation Reason.</a:t>
            </a:r>
          </a:p>
          <a:p>
            <a:pPr marL="0" indent="0">
              <a:buNone/>
            </a:pPr>
            <a:r>
              <a:rPr lang="en-US" dirty="0"/>
              <a:t>Business Value:</a:t>
            </a:r>
          </a:p>
          <a:p>
            <a:pPr marL="0" indent="0">
              <a:buNone/>
            </a:pPr>
            <a:r>
              <a:rPr lang="en-US" dirty="0"/>
              <a:t>Identify bottlenecks, optimize schedules.</a:t>
            </a:r>
          </a:p>
          <a:p>
            <a:pPr marL="0" indent="0">
              <a:buNone/>
            </a:pPr>
            <a:r>
              <a:rPr lang="en-US" dirty="0"/>
              <a:t>Enhance passenger experience and airline efficiency.</a:t>
            </a:r>
          </a:p>
          <a:p>
            <a:pPr marL="0" indent="0">
              <a:buNone/>
            </a:pPr>
            <a:r>
              <a:rPr lang="en-US" dirty="0"/>
              <a:t>Data-driven decisions for operational improvements.</a:t>
            </a:r>
          </a:p>
        </p:txBody>
      </p:sp>
    </p:spTree>
    <p:extLst>
      <p:ext uri="{BB962C8B-B14F-4D97-AF65-F5344CB8AC3E}">
        <p14:creationId xmlns:p14="http://schemas.microsoft.com/office/powerpoint/2010/main" val="26223726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257</Words>
  <Application>Microsoft Office PowerPoint</Application>
  <PresentationFormat>Widescreen</PresentationFormat>
  <Paragraphs>31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Office Theme</vt:lpstr>
      <vt:lpstr>U.S. Airline Performance &amp; Delay Analysis</vt:lpstr>
      <vt:lpstr>Project Overview</vt:lpstr>
      <vt:lpstr>Data Preparation &amp; Cleaning</vt:lpstr>
      <vt:lpstr>Key Insights &amp; KPIs</vt:lpstr>
      <vt:lpstr>Dashboard &amp; Business Impact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 Varun</dc:creator>
  <cp:lastModifiedBy>K Varun</cp:lastModifiedBy>
  <cp:revision>1</cp:revision>
  <dcterms:created xsi:type="dcterms:W3CDTF">2026-03-10T07:52:19Z</dcterms:created>
  <dcterms:modified xsi:type="dcterms:W3CDTF">2026-03-10T08:01:51Z</dcterms:modified>
</cp:coreProperties>
</file>